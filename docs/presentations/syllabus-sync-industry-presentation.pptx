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Syllabus</a:t>
            </a:r>
            <a:r>
              <a:rPr/>
              <a:t> </a:t>
            </a:r>
            <a:r>
              <a:rPr/>
              <a:t>Sync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Industry</a:t>
            </a:r>
            <a:r>
              <a:rPr/>
              <a:t> </a:t>
            </a:r>
            <a:r>
              <a:rPr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Syllabus</a:t>
            </a:r>
            <a:r>
              <a:rPr/>
              <a:t> </a:t>
            </a:r>
            <a:r>
              <a:rPr/>
              <a:t>Sync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Production-Grade</a:t>
            </a:r>
            <a:r>
              <a:rPr/>
              <a:t> </a:t>
            </a:r>
            <a:r>
              <a:rPr/>
              <a:t>Campus</a:t>
            </a:r>
            <a:r>
              <a:rPr/>
              <a:t> </a:t>
            </a:r>
            <a:r>
              <a:rPr/>
              <a:t>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Macquarie University-focused student productivity ecosystem</a:t>
            </a:r>
            <a:br/>
            <a:r>
              <a:rPr/>
              <a:t>Next.js 16 + React 19 + Supabase + Enterprise security controls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1)</a:t>
            </a:r>
            <a:r>
              <a:rPr/>
              <a:t> </a:t>
            </a:r>
            <a:r>
              <a:rPr/>
              <a:t>Executive</a:t>
            </a:r>
            <a:r>
              <a:rPr/>
              <a:t> </a:t>
            </a:r>
            <a:r>
              <a:rPr/>
              <a:t>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Product: End-to-end campus management and academic productivity platform</a:t>
            </a:r>
          </a:p>
          <a:p>
            <a:pPr lvl="1"/>
            <a:r>
              <a:rPr/>
              <a:t>Positioning: Enterprise-ready student experience system</a:t>
            </a:r>
          </a:p>
          <a:p>
            <a:pPr lvl="1"/>
            <a:r>
              <a:rPr/>
              <a:t>Scope: calendar, feed, map navigation, profile, security center, notifications</a:t>
            </a:r>
          </a:p>
          <a:p>
            <a:pPr lvl="1"/>
            <a:r>
              <a:rPr/>
              <a:t>Audience: students, university stakeholders, technical reviewers</a:t>
            </a:r>
          </a:p>
          <a:p>
            <a:pPr lvl="1"/>
            <a:r>
              <a:rPr/>
              <a:t>Status: active production-readiness workflow with documented controls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2)</a:t>
            </a:r>
            <a:r>
              <a:rPr/>
              <a:t> </a:t>
            </a:r>
            <a:r>
              <a:rPr/>
              <a:t>Business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User</a:t>
            </a:r>
            <a:r>
              <a:rPr/>
              <a:t> </a:t>
            </a:r>
            <a:r>
              <a:rPr/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Unifies scheduling, deadlines, events, and wayfinding in one app</a:t>
            </a:r>
          </a:p>
          <a:p>
            <a:pPr lvl="1"/>
            <a:r>
              <a:rPr/>
              <a:t>Reduces missed deadlines with reminders and workload visibility</a:t>
            </a:r>
          </a:p>
          <a:p>
            <a:pPr lvl="1"/>
            <a:r>
              <a:rPr/>
              <a:t>Improves campus discoverability through route guidance and map tools</a:t>
            </a:r>
          </a:p>
          <a:p>
            <a:pPr lvl="1"/>
            <a:r>
              <a:rPr/>
              <a:t>Enables multilingual and accessibility-forward student experience</a:t>
            </a:r>
          </a:p>
          <a:p>
            <a:pPr lvl="1"/>
            <a:r>
              <a:rPr/>
              <a:t>Supports continuous delivery with quality and security gates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3)</a:t>
            </a:r>
            <a:r>
              <a:rPr/>
              <a:t> </a:t>
            </a:r>
            <a:r>
              <a:rPr/>
              <a:t>Platform</a:t>
            </a:r>
            <a:r>
              <a:rPr/>
              <a:t> </a:t>
            </a:r>
            <a:r>
              <a:rPr/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Academic management: planning, deadlines, reminders, stress-aware indicators</a:t>
            </a:r>
          </a:p>
          <a:p>
            <a:pPr lvl="1"/>
            <a:r>
              <a:rPr/>
              <a:t>Campus navigation: Leaflet + Google integrations, route assist, building lookup</a:t>
            </a:r>
          </a:p>
          <a:p>
            <a:pPr lvl="1"/>
            <a:r>
              <a:rPr/>
              <a:t>Gamification: XP/streak mechanics, engagement loops, secure reward flows</a:t>
            </a:r>
          </a:p>
          <a:p>
            <a:pPr lvl="1"/>
            <a:r>
              <a:rPr/>
              <a:t>Notifications: in-app and email integrations with preference controls</a:t>
            </a:r>
          </a:p>
          <a:p>
            <a:pPr lvl="1"/>
            <a:r>
              <a:rPr/>
              <a:t>Account security: MFA, passkeys, verification, route-level protections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4)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U["User Browser"] --&gt; FE["Next.js App Router UI"]
  FE --&gt; MW["Edge Middleware + Security Controls"]
  MW --&gt; API["Typed API Routes"]
  API --&gt; DB["Supabase PostgreSQL + RLS"]
  API --&gt; EXT["OpenRouteService / Resend / Weather"]
  FE --&gt; SW["Service Worker + Client Stores"]</a:t>
            </a:r>
          </a:p>
          <a:p>
            <a:pPr lvl="1"/>
            <a:r>
              <a:rPr/>
              <a:t>Frontend: React 19, Zustand, Tailwind-based design system</a:t>
            </a:r>
          </a:p>
          <a:p>
            <a:pPr lvl="1"/>
            <a:r>
              <a:rPr/>
              <a:t>Backend: API routes + Supabase with RLS and migration discipline</a:t>
            </a:r>
          </a:p>
          <a:p>
            <a:pPr lvl="1"/>
            <a:r>
              <a:rPr/>
              <a:t>Infra: Vercel-centric workflows, Docker support, CI quality gates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5)</a:t>
            </a:r>
            <a:r>
              <a:rPr/>
              <a:t> </a:t>
            </a:r>
            <a:r>
              <a:rPr/>
              <a:t>Security</a:t>
            </a:r>
            <a:r>
              <a:rPr/>
              <a:t> </a:t>
            </a:r>
            <a:r>
              <a:rPr/>
              <a:t>Posture</a:t>
            </a:r>
            <a:r>
              <a:rPr/>
              <a:t> </a:t>
            </a:r>
            <a:r>
              <a:rPr/>
              <a:t>(Evidence-Driven)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Request hardening: schema validation, size limits, route controls</a:t>
            </a:r>
          </a:p>
          <a:p>
            <a:pPr lvl="1"/>
            <a:r>
              <a:rPr/>
              <a:t>Defense-in-depth: CSP, HSTS, rate limiting, origin/CSRF strategies</a:t>
            </a:r>
          </a:p>
          <a:p>
            <a:pPr lvl="1"/>
            <a:r>
              <a:rPr/>
              <a:t>Data protection: RLS, service-role isolation, sanitized error handling</a:t>
            </a:r>
          </a:p>
          <a:p>
            <a:pPr lvl="1"/>
            <a:r>
              <a:rPr/>
              <a:t>Auth hardening: passkeys/MFA support and verification workflows</a:t>
            </a:r>
          </a:p>
          <a:p>
            <a:pPr lvl="1"/>
            <a:r>
              <a:rPr/>
              <a:t>Security documentation: posture report + evidence index maintained in repo</a:t>
            </a:r>
          </a:p>
          <a:p>
            <a:pPr lvl="0" marL="0" indent="0">
              <a:buNone/>
            </a:pPr>
            <a:r>
              <a:rPr/>
              <a:t>References:</a:t>
            </a:r>
          </a:p>
          <a:p>
            <a:pPr lvl="1"/>
            <a:r>
              <a:rPr>
                <a:latin typeface="Courier"/>
              </a:rPr>
              <a:t>docs/security/SECURITY_POSTURE.md</a:t>
            </a:r>
          </a:p>
          <a:p>
            <a:pPr lvl="1"/>
            <a:r>
              <a:rPr>
                <a:latin typeface="Courier"/>
              </a:rPr>
              <a:t>docs/security/SECURITY_EVIDENCE_INDEX.md</a:t>
            </a:r>
          </a:p>
          <a:p>
            <a:pPr lvl="1"/>
            <a:r>
              <a:rPr>
                <a:latin typeface="Courier"/>
              </a:rPr>
              <a:t>SECURITY.md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6)</a:t>
            </a:r>
            <a:r>
              <a:rPr/>
              <a:t> </a:t>
            </a:r>
            <a:r>
              <a:rPr/>
              <a:t>Reliability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Quality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Unified validation workflow: format, lint, typecheck, tests, build</a:t>
            </a:r>
          </a:p>
          <a:p>
            <a:pPr lvl="1"/>
            <a:r>
              <a:rPr/>
              <a:t>Automated secret checks and developer guardrails</a:t>
            </a:r>
          </a:p>
          <a:p>
            <a:pPr lvl="1"/>
            <a:r>
              <a:rPr/>
              <a:t>Test strategy: unit/integration (Vitest) + E2E (Playwright)</a:t>
            </a:r>
          </a:p>
          <a:p>
            <a:pPr lvl="1"/>
            <a:r>
              <a:rPr/>
              <a:t>Documented ops runbooks for deployment and provider setup</a:t>
            </a:r>
          </a:p>
          <a:p>
            <a:pPr lvl="1"/>
            <a:r>
              <a:rPr/>
              <a:t>Ongoing AGENT/CHANGELOG traceability for auditability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7)</a:t>
            </a:r>
            <a:r>
              <a:rPr/>
              <a:t> </a:t>
            </a:r>
            <a:r>
              <a:rPr/>
              <a:t>Documentation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Governance</a:t>
            </a:r>
            <a:r>
              <a:rPr/>
              <a:t> </a:t>
            </a:r>
            <a:r>
              <a:rPr/>
              <a:t>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Professional repo standards implemented:</a:t>
            </a:r>
          </a:p>
          <a:p>
            <a:pPr lvl="2"/>
            <a:r>
              <a:rPr>
                <a:latin typeface="Courier"/>
              </a:rPr>
              <a:t>README.md</a:t>
            </a:r>
          </a:p>
          <a:p>
            <a:pPr lvl="2"/>
            <a:r>
              <a:rPr>
                <a:latin typeface="Courier"/>
              </a:rPr>
              <a:t>CONTRIBUTING.md</a:t>
            </a:r>
          </a:p>
          <a:p>
            <a:pPr lvl="2"/>
            <a:r>
              <a:rPr>
                <a:latin typeface="Courier"/>
              </a:rPr>
              <a:t>CODE_OF_CONDUCT.md</a:t>
            </a:r>
          </a:p>
          <a:p>
            <a:pPr lvl="2"/>
            <a:r>
              <a:rPr>
                <a:latin typeface="Courier"/>
              </a:rPr>
              <a:t>LICENSE</a:t>
            </a:r>
          </a:p>
          <a:p>
            <a:pPr lvl="2"/>
            <a:r>
              <a:rPr>
                <a:latin typeface="Courier"/>
              </a:rPr>
              <a:t>SECURITY.md</a:t>
            </a:r>
            <a:r>
              <a:rPr/>
              <a:t> + policy docs</a:t>
            </a:r>
          </a:p>
          <a:p>
            <a:pPr lvl="1"/>
            <a:r>
              <a:rPr/>
              <a:t>Structured docs index and operations playbooks</a:t>
            </a:r>
          </a:p>
          <a:p>
            <a:pPr lvl="1"/>
            <a:r>
              <a:rPr/>
              <a:t>Architecture and security narratives ready for stakeholder review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8)</a:t>
            </a:r>
            <a:r>
              <a:rPr/>
              <a:t> </a:t>
            </a:r>
            <a:r>
              <a:rPr/>
              <a:t>Team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Delivery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Feature ownership and roadmap defined in </a:t>
            </a:r>
            <a:r>
              <a:rPr>
                <a:latin typeface="Courier"/>
              </a:rPr>
              <a:t>docs/project/team_plan/</a:t>
            </a:r>
          </a:p>
          <a:p>
            <a:pPr lvl="1"/>
            <a:r>
              <a:rPr/>
              <a:t>Structured phased delivery from code quality to production readiness</a:t>
            </a:r>
          </a:p>
          <a:p>
            <a:pPr lvl="1"/>
            <a:r>
              <a:rPr/>
              <a:t>Shared accountability model across frontend, backend, and security</a:t>
            </a:r>
          </a:p>
          <a:p>
            <a:pPr lvl="1"/>
            <a:r>
              <a:rPr/>
              <a:t>Current roadmap supports post-demo scale and enterprise evolution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9)</a:t>
            </a:r>
            <a:r>
              <a:rPr/>
              <a:t> </a:t>
            </a:r>
            <a:r>
              <a:rPr/>
              <a:t>Operations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Deployment</a:t>
            </a:r>
            <a:r>
              <a:rPr/>
              <a:t> </a:t>
            </a:r>
            <a:r>
              <a:rPr/>
              <a:t>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Deployment checklist includes schema, API, security, and verification steps</a:t>
            </a:r>
          </a:p>
          <a:p>
            <a:pPr lvl="1"/>
            <a:r>
              <a:rPr/>
              <a:t>Supabase migration strategy documented and versioned</a:t>
            </a:r>
          </a:p>
          <a:p>
            <a:pPr lvl="1"/>
            <a:r>
              <a:rPr/>
              <a:t>Resend + Vercel operational setup documented</a:t>
            </a:r>
          </a:p>
          <a:p>
            <a:pPr lvl="1"/>
            <a:r>
              <a:rPr/>
              <a:t>Dockerized local/prod workflows available under </a:t>
            </a:r>
            <a:r>
              <a:rPr>
                <a:latin typeface="Courier"/>
              </a:rPr>
              <a:t>infra/docker/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10)</a:t>
            </a:r>
            <a:r>
              <a:rPr/>
              <a:t> </a:t>
            </a:r>
            <a:r>
              <a:rPr/>
              <a:t>Maturity</a:t>
            </a:r>
            <a:r>
              <a:rPr/>
              <a:t> </a:t>
            </a:r>
            <a:r>
              <a:rPr/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Strengths</a:t>
            </a:r>
          </a:p>
          <a:p>
            <a:pPr lvl="1"/>
            <a:r>
              <a:rPr/>
              <a:t>Strong technical stack alignment</a:t>
            </a:r>
          </a:p>
          <a:p>
            <a:pPr lvl="1"/>
            <a:r>
              <a:rPr/>
              <a:t>Security-aware architecture and evidence index</a:t>
            </a:r>
          </a:p>
          <a:p>
            <a:pPr lvl="1"/>
            <a:r>
              <a:rPr/>
              <a:t>Rich documentation footprint and workflow hygiene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Current Focus Areas</a:t>
            </a:r>
          </a:p>
          <a:p>
            <a:pPr lvl="1"/>
            <a:r>
              <a:rPr/>
              <a:t>Continue roadmap hardening items from </a:t>
            </a:r>
            <a:r>
              <a:rPr>
                <a:latin typeface="Courier"/>
              </a:rPr>
              <a:t>IMPROVEMENTS-ROADMAP.md</a:t>
            </a:r>
          </a:p>
          <a:p>
            <a:pPr lvl="1"/>
            <a:r>
              <a:rPr/>
              <a:t>Keep test and quality metrics current with feature growth</a:t>
            </a:r>
          </a:p>
          <a:p>
            <a:pPr lvl="1"/>
            <a:r>
              <a:rPr/>
              <a:t>Maintain strict docs-code parity as architecture evolves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11)</a:t>
            </a:r>
            <a:r>
              <a:rPr/>
              <a:t> </a:t>
            </a:r>
            <a:r>
              <a:rPr/>
              <a:t>30-60-90</a:t>
            </a:r>
            <a:r>
              <a:rPr/>
              <a:t> </a:t>
            </a:r>
            <a:r>
              <a:rPr/>
              <a:t>Day</a:t>
            </a:r>
            <a:r>
              <a:rPr/>
              <a:t> </a:t>
            </a:r>
            <a:r>
              <a:rPr/>
              <a:t>Execution</a:t>
            </a:r>
            <a:r>
              <a:rPr/>
              <a:t> </a:t>
            </a:r>
            <a:r>
              <a:rPr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30 days: close high-priority roadmap and security evidence gaps</a:t>
            </a:r>
          </a:p>
          <a:p>
            <a:pPr lvl="1"/>
            <a:r>
              <a:rPr/>
              <a:t>60 days: deepen observability, reliability baselines, and test depth</a:t>
            </a:r>
          </a:p>
          <a:p>
            <a:pPr lvl="1"/>
            <a:r>
              <a:rPr/>
              <a:t>90 days: finalize enterprise packaging for stakeholder and hiring review</a:t>
            </a:r>
          </a:p>
          <a:p>
            <a:pPr lvl="0" marL="0" indent="0">
              <a:buNone/>
            </a:pPr>
            <a:r>
              <a:rPr/>
              <a:t>Success metrics:</a:t>
            </a:r>
          </a:p>
          <a:p>
            <a:pPr lvl="1"/>
            <a:r>
              <a:rPr/>
              <a:t>Stable check pipeline (</a:t>
            </a:r>
            <a:r>
              <a:rPr>
                <a:latin typeface="Courier"/>
              </a:rPr>
              <a:t>npm run check</a:t>
            </a:r>
            <a:r>
              <a:rPr/>
              <a:t>)</a:t>
            </a:r>
          </a:p>
          <a:p>
            <a:pPr lvl="1"/>
            <a:r>
              <a:rPr/>
              <a:t>Security controls evidenced and reviewable</a:t>
            </a:r>
          </a:p>
          <a:p>
            <a:pPr lvl="1"/>
            <a:r>
              <a:rPr/>
              <a:t>Demonstrable user impact in academic and navigation flows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12)</a:t>
            </a:r>
            <a:r>
              <a:rPr/>
              <a:t> </a:t>
            </a:r>
            <a:r>
              <a:rPr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Syllabus Sync is positioned as a production-grade, security-conscious, documentation-rich platform suitable for:</a:t>
            </a:r>
          </a:p>
          <a:p>
            <a:pPr lvl="1"/>
            <a:r>
              <a:rPr/>
              <a:t>University demo environments</a:t>
            </a:r>
          </a:p>
          <a:p>
            <a:pPr lvl="1"/>
            <a:r>
              <a:rPr/>
              <a:t>Industry-facing technical review</a:t>
            </a:r>
          </a:p>
          <a:p>
            <a:pPr lvl="1"/>
            <a:r>
              <a:rPr/>
              <a:t>Portfolio and hiring-panel evaluation</a:t>
            </a:r>
          </a:p>
          <a:p>
            <a:pPr lvl="0" marL="0" indent="0">
              <a:buNone/>
            </a:pPr>
            <a:r>
              <a:rPr/>
              <a:t>Next artifact options: exported PDF deck, visual theme variant, investor/technical split decks.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Syllabus Sync - Industry Presentation</dc:title>
  <dc:creator/>
  <cp:keywords/>
  <dc:description>Production-grade project presentation deck</dc:description>
  <dcterms:created xsi:type="dcterms:W3CDTF">2026-02-26T02:44:31Z</dcterms:created>
  <dcterms:modified xsi:type="dcterms:W3CDTF">2026-02-26T02:44:31Z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